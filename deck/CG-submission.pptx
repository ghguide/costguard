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793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yo+5IjhMi43s35AdfouVMRQij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C4FA29-6B06-423A-9BB2-77A8D66D12BC}">
  <a:tblStyle styleId="{98C4FA29-6B06-423A-9BB2-77A8D66D12B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rgbClr val="0BA2B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/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16" name="Google Shape;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">
  <p:cSld name="Slide with log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0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s">
  <p:cSld name="Title and 2 Conten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1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1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1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1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 showMasterSp="0">
  <p:cSld name="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6" name="Google Shape;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2" name="Google Shape;42;p13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3" type="subTitle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6" name="Google Shape;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" showMasterSp="0">
  <p:cSld name="Title and Content Dark">
    <p:bg>
      <p:bgPr>
        <a:solidFill>
          <a:schemeClr val="accen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Teal" showMasterSp="0">
  <p:cSld name="1_Title and Content Teal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">
  <p:cSld name="Headlin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 Dark" showMasterSp="0">
  <p:cSld name="Headline only Dark">
    <p:bg>
      <p:bgPr>
        <a:solidFill>
          <a:schemeClr val="accen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line only Teal" showMasterSp="0">
  <p:cSld name="1_Headline only Teal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bg>
      <p:bgPr>
        <a:solidFill>
          <a:schemeClr val="accent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3" type="body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0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 showMasterSp="0">
  <p:cSld name="Quote Slide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21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1" name="Google Shape;91;p21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 flipH="1" rot="10800000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hoto">
  <p:cSld name="Content with phot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/>
          <p:nvPr>
            <p:ph idx="2" type="pic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3" type="body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/>
          <p:nvPr>
            <p:ph idx="4" type="body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t" bIns="317500" lIns="317500" spcFirstLastPara="1" rIns="317500" wrap="square" tIns="317500">
            <a:noAutofit/>
          </a:bodyPr>
          <a:lstStyle>
            <a:lvl1pPr indent="-228600" lvl="0" marL="45720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2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4" showMasterSp="0">
  <p:cSld name="TOC Slide 4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3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 txBox="1"/>
          <p:nvPr>
            <p:ph idx="2" type="body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8" showMasterSp="0">
  <p:cSld name="TOC Slide 8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 txBox="1"/>
          <p:nvPr>
            <p:ph idx="2" type="body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4"/>
          <p:cNvSpPr txBox="1"/>
          <p:nvPr>
            <p:ph idx="3" type="body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4" type="body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5" type="body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6" type="body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4"/>
          <p:cNvSpPr txBox="1"/>
          <p:nvPr>
            <p:ph idx="7" type="body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4"/>
          <p:cNvSpPr txBox="1"/>
          <p:nvPr>
            <p:ph idx="8" type="body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 Dark" showMasterSp="0">
  <p:cSld name="Agenda slide Table Dark">
    <p:bg>
      <p:bgPr>
        <a:solidFill>
          <a:schemeClr val="accen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" showMasterSp="0">
  <p:cSld name="Agenda slide Table">
    <p:bg>
      <p:bgPr>
        <a:solidFill>
          <a:schemeClr val="accent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2" type="body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3" type="body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 Dark" showMasterSp="0">
  <p:cSld name="Slide with logo Dark"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with logo Teal" showMasterSp="0">
  <p:cSld name="1_Slide with logo Teal">
    <p:bg>
      <p:bgPr>
        <a:solidFill>
          <a:schemeClr val="accent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showMasterSp="0">
  <p:cSld name="Thank You Slide">
    <p:bg>
      <p:bgPr>
        <a:solidFill>
          <a:schemeClr val="accen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54" name="Google Shape;15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30"/>
          <p:cNvSpPr txBox="1"/>
          <p:nvPr>
            <p:ph idx="3" type="body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4" type="body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5" type="body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6" type="body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7" type="body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idx="8" type="body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idx="1" type="body"/>
          </p:nvPr>
        </p:nvSpPr>
        <p:spPr>
          <a:xfrm>
            <a:off x="640800" y="4217803"/>
            <a:ext cx="82800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UiPath AgentHack. Build the AI agents of tomorrow.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9" name="Google Shape;169;p1"/>
          <p:cNvSpPr txBox="1"/>
          <p:nvPr>
            <p:ph type="title"/>
          </p:nvPr>
        </p:nvSpPr>
        <p:spPr>
          <a:xfrm>
            <a:off x="554450" y="2078406"/>
            <a:ext cx="8568000" cy="17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CostGuard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>
                <a:solidFill>
                  <a:srgbClr val="FFFFFF"/>
                </a:solidFill>
              </a:rPr>
              <a:t>Cost-regression testing for AI agents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"/>
          <p:cNvSpPr/>
          <p:nvPr/>
        </p:nvSpPr>
        <p:spPr>
          <a:xfrm>
            <a:off x="4263984" y="4770054"/>
            <a:ext cx="2710800" cy="11409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5" name="Google Shape;175;p2"/>
          <p:cNvSpPr txBox="1"/>
          <p:nvPr/>
        </p:nvSpPr>
        <p:spPr>
          <a:xfrm>
            <a:off x="221725" y="169975"/>
            <a:ext cx="90174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000">
                <a:solidFill>
                  <a:schemeClr val="dk1"/>
                </a:solidFill>
              </a:rPr>
            </a:br>
            <a:r>
              <a:rPr lang="en-US" sz="3000">
                <a:solidFill>
                  <a:schemeClr val="dk1"/>
                </a:solidFill>
              </a:rPr>
              <a:t>CostGuard</a:t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176" name="Picture 175" descr="cg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783080"/>
            <a:ext cx="2743200" cy="2743200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3200400" y="4800600"/>
            <a:ext cx="5788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55555"/>
                </a:solidFill>
              </a:rPr>
              <a:t>Built solo by Leonardo Calancea  ·  Track 3 (Test Cloud)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4"/>
              </a:buClr>
              <a:buSzPts val="3000"/>
              <a:buFont typeface="Arial"/>
              <a:buNone/>
            </a:pPr>
            <a:r>
              <a:rPr lang="en-US">
                <a:solidFill>
                  <a:srgbClr val="172024"/>
                </a:solidFill>
              </a:rPr>
              <a:t>Problem statement and proposed solution</a:t>
            </a:r>
            <a:endParaRPr>
              <a:solidFill>
                <a:srgbClr val="172024"/>
              </a:solidFill>
            </a:endParaRPr>
          </a:p>
        </p:txBody>
      </p:sp>
      <p:sp>
        <p:nvSpPr>
          <p:cNvPr id="182" name="Google Shape;182;p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3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Problem</a:t>
            </a:r>
            <a:endParaRPr/>
          </a:p>
        </p:txBody>
      </p:sp>
      <p:sp>
        <p:nvSpPr>
          <p:cNvPr id="184" name="Google Shape;184;p3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Teams ship AI agents fast. A small prompt or model change can quietly triple token spend while still passing every correctness test.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QA checks whether the agent is right, never what it costs to be right. The bills are board-level: FinOps X 2026 called it the Great Token Panic, and one 4-agent loop burned about $47K in 11 days.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There is a correctness gate before production. There is no cost gate.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000" i="1">
                <a:solidFill>
                  <a:srgbClr val="8A8A8A"/>
                </a:solidFill>
              </a:rPr>
              <a:t>Scores: Business Impact</a:t>
            </a:r>
            <a:endParaRPr/>
          </a:p>
        </p:txBody>
      </p:sp>
      <p:sp>
        <p:nvSpPr>
          <p:cNvPr id="185" name="Google Shape;185;p3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186" name="Google Shape;186;p3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CostGuard adds a first-class test type: cost-regression testing, run and governed on UiPath.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Before a change ships, it runs the agent many times on a Test Cloud scenario set, measures cost per correctly-processed invoice (not per token), compares to the last approved baseline, and blocks a regression. The call goes to a human in Action Center.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Cost is paired with a quality score, so a cheaper-but-worse agent cannot slip through. The line nobody else can draw: cost per business outcome.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000" i="1">
                <a:solidFill>
                  <a:srgbClr val="8A8A8A"/>
                </a:solidFill>
              </a:rPr>
              <a:t>Scores: Creativity · Platform Usage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/>
          <p:nvPr/>
        </p:nvSpPr>
        <p:spPr>
          <a:xfrm>
            <a:off x="259203" y="360000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and technologies used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93" name="Google Shape;193;p4"/>
          <p:cNvGraphicFramePr/>
          <p:nvPr/>
        </p:nvGraphicFramePr>
        <p:xfrm>
          <a:off x="359999" y="1506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{98C4FA29-6B06-423A-9BB2-77A8D66D12BC}</a:tableStyleId>
              </a:tblPr>
              <a:tblGrid>
                <a:gridCol w="2503325"/>
                <a:gridCol w="2503325"/>
              </a:tblGrid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End-user​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Platform, QA and FinOps engineers shipping AI agents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department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Engineering, QA, Platform Ops, FinOps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Industries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Enterprises running production AI agents (finance, insurance, BPO)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UiPath products used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Cloud, Coded Agents (Python SDK), Orchestrator, Action Center, Document Understanding, AI Trust Layer Gateway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100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 - integrations / APIs / technologies used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LangChain / CrewAI agent-under-test, OpenTelemetry, Claude Code via uip skills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4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6422266" y="770263"/>
            <a:ext cx="5497831" cy="489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Benefits, impact and outcomes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6318751" y="1506260"/>
            <a:ext cx="5500550" cy="4426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Blocks silent cost regressions before production. In the demo a “smarter” candidate scored +4.5% accuracy but cost 7× more per processed invoice, and CostGuard blocked it. On real UiPath-gateway models the same trap cost 13× for no accuracy gain.</a:t>
            </a:r>
            <a:endParaRPr/>
          </a:p>
          <a:p>
            <a:pPr indent="-285750" lvl="0" marL="285750" marR="0" rtl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prices agents in dollars per business outcome, works on any agent or framework, and a human always owns the final call.</a:t>
            </a:r>
            <a:endParaRPr/>
          </a:p>
          <a:p>
            <a:pPr indent="-285750" lvl="0" marL="285750" marR="0" rtl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en-US" sz="10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Scores: Business Impact · Technical Execution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359999" y="810000"/>
            <a:ext cx="5497831" cy="489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architecture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359999" y="1506260"/>
            <a:ext cx="11459302" cy="4426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change goes in. CostGuard runs the agent many times on UiPath, prices each correct outcome, compares to the baseline, and blocks a regression. A human owns any block.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0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Scores: Platform Usage · Technical Execution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Picture 205" descr="cg-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63240"/>
            <a:ext cx="10881360" cy="2750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359999" y="51804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 proof: real, not a slide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359999" y="1506260"/>
            <a:ext cx="11459302" cy="4426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live serverless job on UiPath Automation Cloud returned verdict FAIL: cost 7.26× for +4.5% accuracy. On the AI Trust Layer gateway the same upgrade cost 13.12× for zero gain.</a:t>
            </a:r>
            <a:endParaRPr/>
          </a:p>
          <a:p>
            <a:pPr indent="0" lvl="0" marL="0" marR="0" rtl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verdict is registered as a first-class Test Cloud result. The gate itself scores 30 out of 30 on a labelled eval.</a:t>
            </a:r>
            <a:endParaRPr/>
          </a:p>
          <a:p>
            <a:pPr indent="0" lvl="0" marL="0" marR="0" rtl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0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Scores: Completeness · Technical Execution</a:t>
            </a:r>
            <a:endParaRPr/>
          </a:p>
        </p:txBody>
      </p:sp>
      <p:pic>
        <p:nvPicPr>
          <p:cNvPr id="214" name="Picture 213" descr="cg-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3017520"/>
            <a:ext cx="594360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Looked fine. Cost 7× more. Blocked before it shipped.</a:t>
            </a:r>
            <a:endParaRPr/>
          </a:p>
          <a:p>
            <a:pPr indent="0" lvl="0" marL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CostGuard  ·  github.com/GHGuide/costguard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2025-06-06T15:41:05Z</dcterms:created>
  <dc:creator>Andreea Tomescu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0x0101006586BB0CA657274B8C976C7E0436D499</vt:lpwstr>
  </property>
  <property fmtid="{D5CDD505-2E9C-101B-9397-08002B2CF9AE}" pid="3" name="MediaServiceImageTags">
    <vt:lpwstr/>
  </property>
</Properties>
</file>